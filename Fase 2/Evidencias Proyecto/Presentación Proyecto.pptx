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tXKZRtZHde0TuXmY0yy+c/DMh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13d40d50ebb505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13d40d50ebb505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413d40d50ebb505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13d40d50ebb505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13d40d50ebb505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413d40d50ebb5052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13d40d50ebb5052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413d40d50ebb5052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413d40d50ebb5052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13d40d50ebb5052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13d40d50ebb5052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413d40d50ebb5052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d4e06eb78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d4e06eb78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8d4e06eb78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d4e06eb78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d4e06eb78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8d4e06eb78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d4e06eb78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d4e06eb7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8d4e06eb78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13d40d50ebb5052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13d40d50ebb5052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413d40d50ebb5052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95269" y="1122363"/>
            <a:ext cx="9001462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95269" y="3602038"/>
            <a:ext cx="9001462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1229244" y="657226"/>
            <a:ext cx="973351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1229244" y="3602038"/>
            <a:ext cx="973351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913795" y="2088319"/>
            <a:ext cx="5106004" cy="370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3403" y="2088319"/>
            <a:ext cx="5094154" cy="370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913795" y="609600"/>
            <a:ext cx="1035376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141804" y="2088320"/>
            <a:ext cx="487919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913795" y="2912232"/>
            <a:ext cx="5107208" cy="287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402003" y="2088320"/>
            <a:ext cx="486555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912232"/>
            <a:ext cx="5095357" cy="287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917228" y="609600"/>
            <a:ext cx="3932237" cy="23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ookman Old Style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078064" y="609600"/>
            <a:ext cx="6189492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917228" y="2971800"/>
            <a:ext cx="3932237" cy="2819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917227" y="609600"/>
            <a:ext cx="5929773" cy="23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7424804" y="758881"/>
            <a:ext cx="3255356" cy="4883038"/>
          </a:xfrm>
          <a:prstGeom prst="rect">
            <a:avLst/>
          </a:prstGeom>
          <a:noFill/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913794" y="2971800"/>
            <a:ext cx="593495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913806" y="4289372"/>
            <a:ext cx="10367564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ookman Old Style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/>
          <p:nvPr>
            <p:ph idx="2" type="pic"/>
          </p:nvPr>
        </p:nvSpPr>
        <p:spPr>
          <a:xfrm>
            <a:off x="913806" y="621321"/>
            <a:ext cx="10367564" cy="3379735"/>
          </a:xfrm>
          <a:prstGeom prst="rect">
            <a:avLst/>
          </a:prstGeom>
          <a:noFill/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913795" y="5108728"/>
            <a:ext cx="10365998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913795" y="609600"/>
            <a:ext cx="10353762" cy="3424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913795" y="4204820"/>
            <a:ext cx="10353761" cy="1592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19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" type="body"/>
          </p:nvPr>
        </p:nvSpPr>
        <p:spPr>
          <a:xfrm>
            <a:off x="1720644" y="3610032"/>
            <a:ext cx="8752299" cy="42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20"/>
          <p:cNvSpPr txBox="1"/>
          <p:nvPr>
            <p:ph idx="2" type="body"/>
          </p:nvPr>
        </p:nvSpPr>
        <p:spPr>
          <a:xfrm>
            <a:off x="913794" y="4204821"/>
            <a:ext cx="1035376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92" name="Google Shape;92;p2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ckwell"/>
              <a:buNone/>
            </a:pPr>
            <a:r>
              <a:rPr b="0" lang="es-MX" sz="8000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“</a:t>
            </a:r>
            <a:endParaRPr/>
          </a:p>
        </p:txBody>
      </p:sp>
      <p:sp>
        <p:nvSpPr>
          <p:cNvPr id="93" name="Google Shape;93;p20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ckwell"/>
              <a:buNone/>
            </a:pPr>
            <a:r>
              <a:rPr b="0" lang="es-MX" sz="8000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913806" y="2126942"/>
            <a:ext cx="10355327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913794" y="4650556"/>
            <a:ext cx="10353763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913794" y="609600"/>
            <a:ext cx="103537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913794" y="2088319"/>
            <a:ext cx="3298956" cy="823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913794" y="2911624"/>
            <a:ext cx="3298956" cy="28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22"/>
          <p:cNvSpPr txBox="1"/>
          <p:nvPr>
            <p:ph idx="3" type="body"/>
          </p:nvPr>
        </p:nvSpPr>
        <p:spPr>
          <a:xfrm>
            <a:off x="4444878" y="2088320"/>
            <a:ext cx="3298558" cy="823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5" name="Google Shape;105;p22"/>
          <p:cNvSpPr txBox="1"/>
          <p:nvPr>
            <p:ph idx="4" type="body"/>
          </p:nvPr>
        </p:nvSpPr>
        <p:spPr>
          <a:xfrm>
            <a:off x="4444878" y="2911624"/>
            <a:ext cx="3299821" cy="28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22"/>
          <p:cNvSpPr txBox="1"/>
          <p:nvPr>
            <p:ph idx="5" type="body"/>
          </p:nvPr>
        </p:nvSpPr>
        <p:spPr>
          <a:xfrm>
            <a:off x="7973298" y="2088320"/>
            <a:ext cx="3291211" cy="823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22"/>
          <p:cNvSpPr txBox="1"/>
          <p:nvPr>
            <p:ph idx="6" type="body"/>
          </p:nvPr>
        </p:nvSpPr>
        <p:spPr>
          <a:xfrm>
            <a:off x="7976346" y="2911624"/>
            <a:ext cx="3291211" cy="28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913795" y="609600"/>
            <a:ext cx="103537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913795" y="4195899"/>
            <a:ext cx="329895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1092020" y="2298987"/>
            <a:ext cx="2940050" cy="1524000"/>
          </a:xfrm>
          <a:prstGeom prst="roundRect">
            <a:avLst>
              <a:gd fmla="val 0" name="adj"/>
            </a:avLst>
          </a:prstGeom>
          <a:noFill/>
          <a:ln cap="sq" cmpd="sng" w="146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115" name="Google Shape;115;p23"/>
          <p:cNvSpPr txBox="1"/>
          <p:nvPr>
            <p:ph idx="3" type="body"/>
          </p:nvPr>
        </p:nvSpPr>
        <p:spPr>
          <a:xfrm>
            <a:off x="913795" y="4772161"/>
            <a:ext cx="3298955" cy="1019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6" name="Google Shape;116;p23"/>
          <p:cNvSpPr txBox="1"/>
          <p:nvPr>
            <p:ph idx="4" type="body"/>
          </p:nvPr>
        </p:nvSpPr>
        <p:spPr>
          <a:xfrm>
            <a:off x="4442701" y="4195899"/>
            <a:ext cx="329898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7" name="Google Shape;117;p23"/>
          <p:cNvSpPr/>
          <p:nvPr>
            <p:ph idx="5" type="pic"/>
          </p:nvPr>
        </p:nvSpPr>
        <p:spPr>
          <a:xfrm>
            <a:off x="4568996" y="2298987"/>
            <a:ext cx="2930525" cy="1524000"/>
          </a:xfrm>
          <a:prstGeom prst="roundRect">
            <a:avLst>
              <a:gd fmla="val 0" name="adj"/>
            </a:avLst>
          </a:prstGeom>
          <a:noFill/>
          <a:ln cap="sq" cmpd="sng" w="146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118" name="Google Shape;118;p23"/>
          <p:cNvSpPr txBox="1"/>
          <p:nvPr>
            <p:ph idx="6" type="body"/>
          </p:nvPr>
        </p:nvSpPr>
        <p:spPr>
          <a:xfrm>
            <a:off x="4441348" y="4772160"/>
            <a:ext cx="3300336" cy="1019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23"/>
          <p:cNvSpPr txBox="1"/>
          <p:nvPr>
            <p:ph idx="7" type="body"/>
          </p:nvPr>
        </p:nvSpPr>
        <p:spPr>
          <a:xfrm>
            <a:off x="7973423" y="4195899"/>
            <a:ext cx="32899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3"/>
          <p:cNvSpPr/>
          <p:nvPr>
            <p:ph idx="8" type="pic"/>
          </p:nvPr>
        </p:nvSpPr>
        <p:spPr>
          <a:xfrm>
            <a:off x="8152803" y="2298987"/>
            <a:ext cx="2932113" cy="1524000"/>
          </a:xfrm>
          <a:prstGeom prst="roundRect">
            <a:avLst>
              <a:gd fmla="val 0" name="adj"/>
            </a:avLst>
          </a:prstGeom>
          <a:noFill/>
          <a:ln cap="sq" cmpd="sng" w="146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121" name="Google Shape;121;p23"/>
          <p:cNvSpPr txBox="1"/>
          <p:nvPr>
            <p:ph idx="9" type="body"/>
          </p:nvPr>
        </p:nvSpPr>
        <p:spPr>
          <a:xfrm>
            <a:off x="7973298" y="4772161"/>
            <a:ext cx="3294258" cy="101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2" name="Google Shape;122;p23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 rot="5400000">
            <a:off x="4243108" y="-1233249"/>
            <a:ext cx="3695136" cy="1035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 rot="5400000">
            <a:off x="7405428" y="1929071"/>
            <a:ext cx="5181601" cy="25426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 rot="5400000">
            <a:off x="2152346" y="-628953"/>
            <a:ext cx="5181601" cy="7658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  <a:defRPr b="1" i="0" sz="3400" u="none" cap="none" strike="noStrik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34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26.png"/><Relationship Id="rId5" Type="http://schemas.openxmlformats.org/officeDocument/2006/relationships/image" Target="../media/image42.png"/><Relationship Id="rId6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Relationship Id="rId5" Type="http://schemas.openxmlformats.org/officeDocument/2006/relationships/image" Target="../media/image35.png"/><Relationship Id="rId6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13d40d50ebb5052_0"/>
          <p:cNvSpPr txBox="1"/>
          <p:nvPr>
            <p:ph type="ctrTitle"/>
          </p:nvPr>
        </p:nvSpPr>
        <p:spPr>
          <a:xfrm>
            <a:off x="1595269" y="1122363"/>
            <a:ext cx="90015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Presentación de avances - Qrder</a:t>
            </a:r>
            <a:endParaRPr/>
          </a:p>
        </p:txBody>
      </p:sp>
      <p:sp>
        <p:nvSpPr>
          <p:cNvPr id="143" name="Google Shape;143;g413d40d50ebb5052_0"/>
          <p:cNvSpPr txBox="1"/>
          <p:nvPr>
            <p:ph idx="1" type="subTitle"/>
          </p:nvPr>
        </p:nvSpPr>
        <p:spPr>
          <a:xfrm>
            <a:off x="1595269" y="3602038"/>
            <a:ext cx="90015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Integrantes: Gerald Astargo, Diego Espejo e Ignacio Huerta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Profesora: Osnellys Andrade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13d40d50ebb5052_6"/>
          <p:cNvSpPr txBox="1"/>
          <p:nvPr>
            <p:ph type="title"/>
          </p:nvPr>
        </p:nvSpPr>
        <p:spPr>
          <a:xfrm>
            <a:off x="913795" y="609600"/>
            <a:ext cx="10353900" cy="1326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Introducción</a:t>
            </a:r>
            <a:endParaRPr/>
          </a:p>
        </p:txBody>
      </p:sp>
      <p:sp>
        <p:nvSpPr>
          <p:cNvPr id="150" name="Google Shape;150;g413d40d50ebb5052_6"/>
          <p:cNvSpPr txBox="1"/>
          <p:nvPr>
            <p:ph idx="1" type="body"/>
          </p:nvPr>
        </p:nvSpPr>
        <p:spPr>
          <a:xfrm>
            <a:off x="301507" y="2346418"/>
            <a:ext cx="10353900" cy="369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Qrder es sistema de inventario en base a códigos QR, el cual permite tanto a pymes como supermercados tener un mejor control sobre sus productos.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Para que sea posible nuestro, debemos contruir un aplicación de escritorio y una aplicación móvil, los cuales evidenciaremos a continuación.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13d40d50ebb5052_12"/>
          <p:cNvSpPr txBox="1"/>
          <p:nvPr>
            <p:ph type="title"/>
          </p:nvPr>
        </p:nvSpPr>
        <p:spPr>
          <a:xfrm>
            <a:off x="913795" y="609600"/>
            <a:ext cx="10353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Aplicación de Escritorio</a:t>
            </a:r>
            <a:endParaRPr/>
          </a:p>
        </p:txBody>
      </p:sp>
      <p:sp>
        <p:nvSpPr>
          <p:cNvPr id="157" name="Google Shape;157;g413d40d50ebb5052_12"/>
          <p:cNvSpPr txBox="1"/>
          <p:nvPr>
            <p:ph idx="3" type="body"/>
          </p:nvPr>
        </p:nvSpPr>
        <p:spPr>
          <a:xfrm>
            <a:off x="1929763" y="5841631"/>
            <a:ext cx="3299100" cy="49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Formulario de inicio de sesión</a:t>
            </a:r>
            <a:endParaRPr/>
          </a:p>
        </p:txBody>
      </p:sp>
      <p:sp>
        <p:nvSpPr>
          <p:cNvPr id="158" name="Google Shape;158;g413d40d50ebb5052_12"/>
          <p:cNvSpPr txBox="1"/>
          <p:nvPr>
            <p:ph idx="6" type="body"/>
          </p:nvPr>
        </p:nvSpPr>
        <p:spPr>
          <a:xfrm>
            <a:off x="7119550" y="5841625"/>
            <a:ext cx="3300300" cy="45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En caso de error, salta una alerta</a:t>
            </a:r>
            <a:endParaRPr/>
          </a:p>
        </p:txBody>
      </p:sp>
      <p:pic>
        <p:nvPicPr>
          <p:cNvPr id="159" name="Google Shape;159;g413d40d50ebb5052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650" y="2087700"/>
            <a:ext cx="4677324" cy="346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413d40d50ebb5052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5975" y="2087700"/>
            <a:ext cx="4808550" cy="34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13d40d50ebb5052_32"/>
          <p:cNvSpPr txBox="1"/>
          <p:nvPr>
            <p:ph idx="3" type="body"/>
          </p:nvPr>
        </p:nvSpPr>
        <p:spPr>
          <a:xfrm>
            <a:off x="910600" y="5656830"/>
            <a:ext cx="32991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Al entrar, nos llevará al inventario</a:t>
            </a:r>
            <a:endParaRPr/>
          </a:p>
        </p:txBody>
      </p:sp>
      <p:sp>
        <p:nvSpPr>
          <p:cNvPr id="167" name="Google Shape;167;g413d40d50ebb5052_32"/>
          <p:cNvSpPr/>
          <p:nvPr>
            <p:ph idx="8" type="pic"/>
          </p:nvPr>
        </p:nvSpPr>
        <p:spPr>
          <a:xfrm>
            <a:off x="8152803" y="2298987"/>
            <a:ext cx="2932200" cy="1524000"/>
          </a:xfrm>
          <a:prstGeom prst="roundRect">
            <a:avLst>
              <a:gd fmla="val 16667" name="adj"/>
            </a:avLst>
          </a:prstGeom>
        </p:spPr>
      </p:sp>
      <p:sp>
        <p:nvSpPr>
          <p:cNvPr id="168" name="Google Shape;168;g413d40d50ebb5052_32"/>
          <p:cNvSpPr txBox="1"/>
          <p:nvPr>
            <p:ph idx="9" type="body"/>
          </p:nvPr>
        </p:nvSpPr>
        <p:spPr>
          <a:xfrm>
            <a:off x="7858700" y="5656830"/>
            <a:ext cx="32943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Donde podremos filtrar por categoría</a:t>
            </a:r>
            <a:endParaRPr/>
          </a:p>
        </p:txBody>
      </p:sp>
      <p:pic>
        <p:nvPicPr>
          <p:cNvPr id="169" name="Google Shape;169;g413d40d50ebb5052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50" y="940150"/>
            <a:ext cx="5591975" cy="424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413d40d50ebb5052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1550" y="940150"/>
            <a:ext cx="5802300" cy="42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d4e06eb78_0_4"/>
          <p:cNvSpPr/>
          <p:nvPr>
            <p:ph idx="2" type="pic"/>
          </p:nvPr>
        </p:nvSpPr>
        <p:spPr>
          <a:xfrm>
            <a:off x="1092020" y="2298987"/>
            <a:ext cx="2940000" cy="1524000"/>
          </a:xfrm>
          <a:prstGeom prst="roundRect">
            <a:avLst>
              <a:gd fmla="val 16667" name="adj"/>
            </a:avLst>
          </a:prstGeom>
        </p:spPr>
      </p:sp>
      <p:sp>
        <p:nvSpPr>
          <p:cNvPr id="177" name="Google Shape;177;g38d4e06eb78_0_4"/>
          <p:cNvSpPr txBox="1"/>
          <p:nvPr>
            <p:ph idx="3" type="body"/>
          </p:nvPr>
        </p:nvSpPr>
        <p:spPr>
          <a:xfrm>
            <a:off x="913800" y="5379625"/>
            <a:ext cx="3716400" cy="41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Donde también podremos buscar por nombre</a:t>
            </a:r>
            <a:endParaRPr/>
          </a:p>
        </p:txBody>
      </p:sp>
      <p:sp>
        <p:nvSpPr>
          <p:cNvPr id="178" name="Google Shape;178;g38d4e06eb78_0_4"/>
          <p:cNvSpPr/>
          <p:nvPr>
            <p:ph idx="8" type="pic"/>
          </p:nvPr>
        </p:nvSpPr>
        <p:spPr>
          <a:xfrm>
            <a:off x="8152803" y="2298987"/>
            <a:ext cx="2932200" cy="1524000"/>
          </a:xfrm>
          <a:prstGeom prst="roundRect">
            <a:avLst>
              <a:gd fmla="val 16667" name="adj"/>
            </a:avLst>
          </a:prstGeom>
        </p:spPr>
      </p:sp>
      <p:sp>
        <p:nvSpPr>
          <p:cNvPr id="179" name="Google Shape;179;g38d4e06eb78_0_4"/>
          <p:cNvSpPr txBox="1"/>
          <p:nvPr>
            <p:ph idx="9" type="body"/>
          </p:nvPr>
        </p:nvSpPr>
        <p:spPr>
          <a:xfrm>
            <a:off x="7973300" y="5379656"/>
            <a:ext cx="3294300" cy="41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Y ver el historial de movimientos</a:t>
            </a:r>
            <a:endParaRPr/>
          </a:p>
        </p:txBody>
      </p:sp>
      <p:pic>
        <p:nvPicPr>
          <p:cNvPr id="180" name="Google Shape;180;g38d4e06eb78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25" y="698875"/>
            <a:ext cx="5717524" cy="41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8d4e06eb78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9575" y="698875"/>
            <a:ext cx="5453373" cy="41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d4e06eb78_0_23"/>
          <p:cNvSpPr txBox="1"/>
          <p:nvPr>
            <p:ph idx="3" type="body"/>
          </p:nvPr>
        </p:nvSpPr>
        <p:spPr>
          <a:xfrm>
            <a:off x="913800" y="5297506"/>
            <a:ext cx="3299100" cy="49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Y podremos registrar a un nuevo empleado</a:t>
            </a:r>
            <a:endParaRPr/>
          </a:p>
        </p:txBody>
      </p:sp>
      <p:sp>
        <p:nvSpPr>
          <p:cNvPr id="188" name="Google Shape;188;g38d4e06eb78_0_23"/>
          <p:cNvSpPr/>
          <p:nvPr>
            <p:ph idx="8" type="pic"/>
          </p:nvPr>
        </p:nvSpPr>
        <p:spPr>
          <a:xfrm>
            <a:off x="8152803" y="2298987"/>
            <a:ext cx="2932200" cy="1524000"/>
          </a:xfrm>
          <a:prstGeom prst="roundRect">
            <a:avLst>
              <a:gd fmla="val 16667" name="adj"/>
            </a:avLst>
          </a:prstGeom>
        </p:spPr>
      </p:sp>
      <p:sp>
        <p:nvSpPr>
          <p:cNvPr id="189" name="Google Shape;189;g38d4e06eb78_0_23"/>
          <p:cNvSpPr txBox="1"/>
          <p:nvPr>
            <p:ph idx="9" type="body"/>
          </p:nvPr>
        </p:nvSpPr>
        <p:spPr>
          <a:xfrm>
            <a:off x="7634500" y="5246182"/>
            <a:ext cx="3294300" cy="40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Podremos acceder a nuestro perfil</a:t>
            </a:r>
            <a:endParaRPr/>
          </a:p>
        </p:txBody>
      </p:sp>
      <p:pic>
        <p:nvPicPr>
          <p:cNvPr id="190" name="Google Shape;190;g38d4e06eb78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9375" y="717075"/>
            <a:ext cx="5771350" cy="416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8d4e06eb78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500" y="593875"/>
            <a:ext cx="5347174" cy="42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d4e06eb78_0_40"/>
          <p:cNvSpPr txBox="1"/>
          <p:nvPr>
            <p:ph idx="3" type="body"/>
          </p:nvPr>
        </p:nvSpPr>
        <p:spPr>
          <a:xfrm>
            <a:off x="913795" y="4772161"/>
            <a:ext cx="3299100" cy="101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8d4e06eb78_0_40"/>
          <p:cNvSpPr txBox="1"/>
          <p:nvPr>
            <p:ph idx="6" type="body"/>
          </p:nvPr>
        </p:nvSpPr>
        <p:spPr>
          <a:xfrm>
            <a:off x="4441348" y="4772160"/>
            <a:ext cx="3300300" cy="101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8d4e06eb78_0_40"/>
          <p:cNvSpPr txBox="1"/>
          <p:nvPr>
            <p:ph idx="9" type="body"/>
          </p:nvPr>
        </p:nvSpPr>
        <p:spPr>
          <a:xfrm>
            <a:off x="8897698" y="3180861"/>
            <a:ext cx="3294300" cy="101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Por último podremos ver una serie de dashboard para conocer distintas métricas</a:t>
            </a:r>
            <a:endParaRPr/>
          </a:p>
        </p:txBody>
      </p:sp>
      <p:pic>
        <p:nvPicPr>
          <p:cNvPr id="200" name="Google Shape;200;g38d4e06eb78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800" y="1592712"/>
            <a:ext cx="7661949" cy="419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&#10;&#10;El contenido generado por IA puede ser incorrecto." id="205" name="Google Shape;2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285780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&#10;&#10;El contenido generado por IA puede ser incorrecto." id="206" name="Google Shape;20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6726" y="-3"/>
            <a:ext cx="2287777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El contenido generado por IA puede ser incorrecto." id="207" name="Google Shape;20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5449" y="0"/>
            <a:ext cx="2298614" cy="4848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El contenido generado por IA puede ser incorrecto." id="208" name="Google Shape;208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5009" y="-4"/>
            <a:ext cx="2269667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El contenido generado por IA puede ser incorrecto." id="209" name="Google Shape;209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82359" y="-5"/>
            <a:ext cx="2309641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"/>
          <p:cNvSpPr txBox="1"/>
          <p:nvPr/>
        </p:nvSpPr>
        <p:spPr>
          <a:xfrm>
            <a:off x="252302" y="5419725"/>
            <a:ext cx="187756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iniciar la aplicación se muestra el inicio de sesión 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11" name="Google Shape;211;p1"/>
          <p:cNvSpPr txBox="1"/>
          <p:nvPr/>
        </p:nvSpPr>
        <p:spPr>
          <a:xfrm>
            <a:off x="2688115" y="5514975"/>
            <a:ext cx="1905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Si no se agregan datos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12" name="Google Shape;212;p1"/>
          <p:cNvCxnSpPr>
            <a:stCxn id="210" idx="0"/>
            <a:endCxn id="205" idx="2"/>
          </p:cNvCxnSpPr>
          <p:nvPr/>
        </p:nvCxnSpPr>
        <p:spPr>
          <a:xfrm rot="10800000">
            <a:off x="1142786" y="4848225"/>
            <a:ext cx="48300" cy="571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" name="Google Shape;213;p1"/>
          <p:cNvCxnSpPr>
            <a:stCxn id="211" idx="0"/>
            <a:endCxn id="206" idx="2"/>
          </p:cNvCxnSpPr>
          <p:nvPr/>
        </p:nvCxnSpPr>
        <p:spPr>
          <a:xfrm rot="10800000">
            <a:off x="3640615" y="4848075"/>
            <a:ext cx="0" cy="666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1"/>
          <p:cNvSpPr txBox="1"/>
          <p:nvPr/>
        </p:nvSpPr>
        <p:spPr>
          <a:xfrm>
            <a:off x="5438824" y="5376475"/>
            <a:ext cx="13990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escribir mal la contraseña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15" name="Google Shape;215;p1"/>
          <p:cNvCxnSpPr>
            <a:stCxn id="214" idx="0"/>
            <a:endCxn id="207" idx="2"/>
          </p:cNvCxnSpPr>
          <p:nvPr/>
        </p:nvCxnSpPr>
        <p:spPr>
          <a:xfrm flipH="1" rot="10800000">
            <a:off x="6138340" y="4848175"/>
            <a:ext cx="6300" cy="528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" name="Google Shape;216;p1"/>
          <p:cNvSpPr txBox="1"/>
          <p:nvPr/>
        </p:nvSpPr>
        <p:spPr>
          <a:xfrm>
            <a:off x="7766525" y="5376475"/>
            <a:ext cx="173736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escribir mal el correo electrónico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17" name="Google Shape;217;p1"/>
          <p:cNvCxnSpPr>
            <a:stCxn id="216" idx="0"/>
            <a:endCxn id="208" idx="2"/>
          </p:cNvCxnSpPr>
          <p:nvPr/>
        </p:nvCxnSpPr>
        <p:spPr>
          <a:xfrm flipH="1" rot="10800000">
            <a:off x="8635205" y="4848175"/>
            <a:ext cx="4500" cy="528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1"/>
          <p:cNvSpPr txBox="1"/>
          <p:nvPr/>
        </p:nvSpPr>
        <p:spPr>
          <a:xfrm>
            <a:off x="10098395" y="5103674"/>
            <a:ext cx="187756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ingresar todos los datos correctos se ingresa a la aplicación de forma exitosa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19" name="Google Shape;219;p1"/>
          <p:cNvCxnSpPr>
            <a:stCxn id="218" idx="0"/>
            <a:endCxn id="209" idx="2"/>
          </p:cNvCxnSpPr>
          <p:nvPr/>
        </p:nvCxnSpPr>
        <p:spPr>
          <a:xfrm rot="10800000">
            <a:off x="11037179" y="4848074"/>
            <a:ext cx="0" cy="255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>
        <p14:reveal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, Chat o mensaje de texto&#10;&#10;El contenido generado por IA puede ser incorrecto." id="224" name="Google Shape;224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83" y="0"/>
            <a:ext cx="1885735" cy="4041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&#10;&#10;El contenido generado por IA puede ser incorrecto." id="225" name="Google Shape;22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4800" y="0"/>
            <a:ext cx="1885735" cy="4041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talla de un teléfono celular&#10;&#10;El contenido generado por IA puede ser incorrecto." id="226" name="Google Shape;22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8925" y="0"/>
            <a:ext cx="1894178" cy="4041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El contenido generado por IA puede ser incorrecto." id="227" name="Google Shape;22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1493" y="0"/>
            <a:ext cx="1894523" cy="4041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El contenido generado por IA puede ser incorrecto." id="228" name="Google Shape;22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4406" y="0"/>
            <a:ext cx="1886832" cy="404164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"/>
          <p:cNvSpPr txBox="1"/>
          <p:nvPr/>
        </p:nvSpPr>
        <p:spPr>
          <a:xfrm>
            <a:off x="58841" y="4974336"/>
            <a:ext cx="166550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Esta es la pagina principal de la aplicación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0" name="Google Shape;230;p2"/>
          <p:cNvSpPr txBox="1"/>
          <p:nvPr/>
        </p:nvSpPr>
        <p:spPr>
          <a:xfrm>
            <a:off x="2221336" y="5135588"/>
            <a:ext cx="16551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presionar un producto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Imagen de la pantalla de un celular con letras&#10;&#10;El contenido generado por IA puede ser incorrecto." id="231" name="Google Shape;23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7200" y="0"/>
            <a:ext cx="1941308" cy="404164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"/>
          <p:cNvSpPr txBox="1"/>
          <p:nvPr/>
        </p:nvSpPr>
        <p:spPr>
          <a:xfrm>
            <a:off x="4279185" y="4974336"/>
            <a:ext cx="149365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presionar el icono de luna cambia a modo oscuro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3" name="Google Shape;233;p2"/>
          <p:cNvSpPr txBox="1"/>
          <p:nvPr/>
        </p:nvSpPr>
        <p:spPr>
          <a:xfrm>
            <a:off x="6282034" y="5135588"/>
            <a:ext cx="14179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También cuenta con un historial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4" name="Google Shape;234;p2"/>
          <p:cNvSpPr txBox="1"/>
          <p:nvPr/>
        </p:nvSpPr>
        <p:spPr>
          <a:xfrm>
            <a:off x="8024406" y="5112835"/>
            <a:ext cx="18868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Cuenta con un perfil para poder revisarlo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5" name="Google Shape;235;p2"/>
          <p:cNvSpPr txBox="1"/>
          <p:nvPr/>
        </p:nvSpPr>
        <p:spPr>
          <a:xfrm>
            <a:off x="10077200" y="5144732"/>
            <a:ext cx="194130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También cuenta con una barra de búsqueda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36" name="Google Shape;236;p2"/>
          <p:cNvCxnSpPr>
            <a:stCxn id="235" idx="0"/>
            <a:endCxn id="231" idx="2"/>
          </p:cNvCxnSpPr>
          <p:nvPr/>
        </p:nvCxnSpPr>
        <p:spPr>
          <a:xfrm rot="10800000">
            <a:off x="11047854" y="4041632"/>
            <a:ext cx="0" cy="1103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" name="Google Shape;237;p2"/>
          <p:cNvCxnSpPr>
            <a:stCxn id="234" idx="0"/>
            <a:endCxn id="228" idx="2"/>
          </p:cNvCxnSpPr>
          <p:nvPr/>
        </p:nvCxnSpPr>
        <p:spPr>
          <a:xfrm rot="10800000">
            <a:off x="8967822" y="4041535"/>
            <a:ext cx="0" cy="1071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2"/>
          <p:cNvCxnSpPr>
            <a:stCxn id="233" idx="0"/>
            <a:endCxn id="227" idx="2"/>
          </p:cNvCxnSpPr>
          <p:nvPr/>
        </p:nvCxnSpPr>
        <p:spPr>
          <a:xfrm flipH="1" rot="10800000">
            <a:off x="6991010" y="4041788"/>
            <a:ext cx="7800" cy="1093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" name="Google Shape;239;p2"/>
          <p:cNvCxnSpPr>
            <a:stCxn id="232" idx="0"/>
            <a:endCxn id="226" idx="2"/>
          </p:cNvCxnSpPr>
          <p:nvPr/>
        </p:nvCxnSpPr>
        <p:spPr>
          <a:xfrm rot="10800000">
            <a:off x="5026014" y="4041636"/>
            <a:ext cx="0" cy="932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2"/>
          <p:cNvCxnSpPr>
            <a:stCxn id="230" idx="0"/>
            <a:endCxn id="225" idx="2"/>
          </p:cNvCxnSpPr>
          <p:nvPr/>
        </p:nvCxnSpPr>
        <p:spPr>
          <a:xfrm flipH="1" rot="10800000">
            <a:off x="3048932" y="4041788"/>
            <a:ext cx="8700" cy="1093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2"/>
          <p:cNvCxnSpPr>
            <a:stCxn id="229" idx="0"/>
          </p:cNvCxnSpPr>
          <p:nvPr/>
        </p:nvCxnSpPr>
        <p:spPr>
          <a:xfrm flipH="1" rot="10800000">
            <a:off x="891595" y="4041636"/>
            <a:ext cx="11700" cy="932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>
        <p14:reveal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, Chat o mensaje de texto&#10;&#10;El contenido generado por IA puede ser incorrecto." id="246" name="Google Shape;24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29259" cy="3715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El contenido generado por IA puede ser incorrecto." id="247" name="Google Shape;24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3912" y="0"/>
            <a:ext cx="1761375" cy="3715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El contenido generado por IA puede ser incorrecto." id="248" name="Google Shape;24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4298" y="-11"/>
            <a:ext cx="1771762" cy="3715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&#10;&#10;El contenido generado por IA puede ser incorrecto." id="249" name="Google Shape;24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9384" y="0"/>
            <a:ext cx="1756574" cy="3715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talla de un celular con letras&#10;&#10;El contenido generado por IA puede ser incorrecto." id="250" name="Google Shape;25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54969" y="0"/>
            <a:ext cx="1774178" cy="3715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El contenido generado por IA puede ser incorrecto." id="251" name="Google Shape;25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42504" y="-7"/>
            <a:ext cx="1868746" cy="371563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"/>
          <p:cNvSpPr txBox="1"/>
          <p:nvPr/>
        </p:nvSpPr>
        <p:spPr>
          <a:xfrm>
            <a:off x="77497" y="4607236"/>
            <a:ext cx="157426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Las opciones principales de la aplicación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3" name="Google Shape;253;p3"/>
          <p:cNvSpPr txBox="1"/>
          <p:nvPr/>
        </p:nvSpPr>
        <p:spPr>
          <a:xfrm>
            <a:off x="1941048" y="4745736"/>
            <a:ext cx="172925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Lo que muestra la función de “Generar QR”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4" name="Google Shape;254;p3"/>
          <p:cNvSpPr txBox="1"/>
          <p:nvPr/>
        </p:nvSpPr>
        <p:spPr>
          <a:xfrm>
            <a:off x="3963025" y="4745736"/>
            <a:ext cx="183430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presionar “Generar nuevo código”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5" name="Google Shape;255;p3"/>
          <p:cNvSpPr txBox="1"/>
          <p:nvPr/>
        </p:nvSpPr>
        <p:spPr>
          <a:xfrm>
            <a:off x="6058014" y="4736592"/>
            <a:ext cx="20074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Donde se puede imprimir, enviar por WhatsApp, Gmail etc.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6" name="Google Shape;256;p3"/>
          <p:cNvSpPr txBox="1"/>
          <p:nvPr/>
        </p:nvSpPr>
        <p:spPr>
          <a:xfrm>
            <a:off x="8376481" y="4949583"/>
            <a:ext cx="152332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Acá se configura la impresora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7" name="Google Shape;257;p3"/>
          <p:cNvSpPr txBox="1"/>
          <p:nvPr/>
        </p:nvSpPr>
        <p:spPr>
          <a:xfrm>
            <a:off x="10319892" y="4884235"/>
            <a:ext cx="171396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Acá se puede ver que se puede enviar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58" name="Google Shape;258;p3"/>
          <p:cNvCxnSpPr>
            <a:stCxn id="257" idx="0"/>
            <a:endCxn id="251" idx="2"/>
          </p:cNvCxnSpPr>
          <p:nvPr/>
        </p:nvCxnSpPr>
        <p:spPr>
          <a:xfrm rot="10800000">
            <a:off x="11176877" y="3715735"/>
            <a:ext cx="0" cy="1168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3"/>
          <p:cNvCxnSpPr>
            <a:stCxn id="256" idx="0"/>
            <a:endCxn id="250" idx="2"/>
          </p:cNvCxnSpPr>
          <p:nvPr/>
        </p:nvCxnSpPr>
        <p:spPr>
          <a:xfrm flipH="1" rot="10800000">
            <a:off x="9138146" y="3715683"/>
            <a:ext cx="3900" cy="1233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" name="Google Shape;260;p3"/>
          <p:cNvCxnSpPr>
            <a:stCxn id="255" idx="0"/>
            <a:endCxn id="249" idx="2"/>
          </p:cNvCxnSpPr>
          <p:nvPr/>
        </p:nvCxnSpPr>
        <p:spPr>
          <a:xfrm flipH="1" rot="10800000">
            <a:off x="7061719" y="3715692"/>
            <a:ext cx="6000" cy="102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" name="Google Shape;261;p3"/>
          <p:cNvCxnSpPr>
            <a:stCxn id="254" idx="0"/>
            <a:endCxn id="248" idx="2"/>
          </p:cNvCxnSpPr>
          <p:nvPr/>
        </p:nvCxnSpPr>
        <p:spPr>
          <a:xfrm rot="10800000">
            <a:off x="4880179" y="3715536"/>
            <a:ext cx="0" cy="1030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3"/>
          <p:cNvCxnSpPr>
            <a:stCxn id="253" idx="0"/>
            <a:endCxn id="247" idx="2"/>
          </p:cNvCxnSpPr>
          <p:nvPr/>
        </p:nvCxnSpPr>
        <p:spPr>
          <a:xfrm rot="10800000">
            <a:off x="2804478" y="3715536"/>
            <a:ext cx="1200" cy="1030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3"/>
          <p:cNvCxnSpPr>
            <a:stCxn id="252" idx="0"/>
            <a:endCxn id="246" idx="2"/>
          </p:cNvCxnSpPr>
          <p:nvPr/>
        </p:nvCxnSpPr>
        <p:spPr>
          <a:xfrm rot="10800000">
            <a:off x="864630" y="3715636"/>
            <a:ext cx="0" cy="891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>
        <p14:reveal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a captura de pantalla de un celular&#10;&#10;El contenido generado por IA puede ser incorrecto." id="269" name="Google Shape;2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606398" cy="3429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&#10;&#10;El contenido generado por IA puede ser incorrecto." id="270" name="Google Shape;2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8209" y="-43360"/>
            <a:ext cx="1606399" cy="35157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&#10;&#10;El contenido generado por IA puede ser incorrecto." id="271" name="Google Shape;27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9477" y="0"/>
            <a:ext cx="1695761" cy="35157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&#10;&#10;El contenido generado por IA puede ser incorrecto." id="272" name="Google Shape;27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1280" y="-1"/>
            <a:ext cx="1771898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de la pantalla de un celular&#10;&#10;El contenido generado por IA puede ser incorrecto." id="273" name="Google Shape;27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1446" y="0"/>
            <a:ext cx="1669608" cy="3515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&#10;&#10;El contenido generado por IA puede ser incorrecto." id="274" name="Google Shape;27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26870" y="0"/>
            <a:ext cx="1660067" cy="3515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ptura de pantalla de un celular&#10;&#10;El contenido generado por IA puede ser incorrecto." id="275" name="Google Shape;27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5276088"/>
            <a:ext cx="3836419" cy="1581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ptura de pantalla de un celular&#10;&#10;El contenido generado por IA puede ser incorrecto." id="276" name="Google Shape;276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39712" y="4745736"/>
            <a:ext cx="5347170" cy="211226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"/>
          <p:cNvSpPr txBox="1"/>
          <p:nvPr/>
        </p:nvSpPr>
        <p:spPr>
          <a:xfrm>
            <a:off x="100583" y="3977640"/>
            <a:ext cx="14594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ingresar “añadir” se habilita la cámara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78" name="Google Shape;278;p4"/>
          <p:cNvSpPr txBox="1"/>
          <p:nvPr/>
        </p:nvSpPr>
        <p:spPr>
          <a:xfrm>
            <a:off x="1980239" y="4117477"/>
            <a:ext cx="14870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rellena el formulario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79" name="Google Shape;279;p4"/>
          <p:cNvSpPr txBox="1"/>
          <p:nvPr/>
        </p:nvSpPr>
        <p:spPr>
          <a:xfrm>
            <a:off x="4208063" y="4117478"/>
            <a:ext cx="13185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elige la categoría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80" name="Google Shape;280;p4"/>
          <p:cNvSpPr txBox="1"/>
          <p:nvPr/>
        </p:nvSpPr>
        <p:spPr>
          <a:xfrm>
            <a:off x="6514166" y="3753719"/>
            <a:ext cx="13441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presionar guardar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81" name="Google Shape;281;p4"/>
          <p:cNvSpPr txBox="1"/>
          <p:nvPr/>
        </p:nvSpPr>
        <p:spPr>
          <a:xfrm>
            <a:off x="8553329" y="3703320"/>
            <a:ext cx="1447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guarda en la base de datos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82" name="Google Shape;282;p4"/>
          <p:cNvSpPr txBox="1"/>
          <p:nvPr/>
        </p:nvSpPr>
        <p:spPr>
          <a:xfrm>
            <a:off x="10478724" y="3762863"/>
            <a:ext cx="135636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muestran los datos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83" name="Google Shape;283;p4"/>
          <p:cNvCxnSpPr>
            <a:stCxn id="277" idx="0"/>
            <a:endCxn id="269" idx="2"/>
          </p:cNvCxnSpPr>
          <p:nvPr/>
        </p:nvCxnSpPr>
        <p:spPr>
          <a:xfrm rot="10800000">
            <a:off x="803288" y="3428940"/>
            <a:ext cx="27000" cy="548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" name="Google Shape;284;p4"/>
          <p:cNvCxnSpPr>
            <a:stCxn id="278" idx="0"/>
            <a:endCxn id="270" idx="2"/>
          </p:cNvCxnSpPr>
          <p:nvPr/>
        </p:nvCxnSpPr>
        <p:spPr>
          <a:xfrm rot="10800000">
            <a:off x="2721368" y="3472477"/>
            <a:ext cx="2400" cy="64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" name="Google Shape;285;p4"/>
          <p:cNvCxnSpPr>
            <a:stCxn id="279" idx="0"/>
            <a:endCxn id="271" idx="2"/>
          </p:cNvCxnSpPr>
          <p:nvPr/>
        </p:nvCxnSpPr>
        <p:spPr>
          <a:xfrm rot="10800000">
            <a:off x="4867357" y="3515678"/>
            <a:ext cx="0" cy="601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4"/>
          <p:cNvCxnSpPr>
            <a:stCxn id="280" idx="0"/>
            <a:endCxn id="273" idx="2"/>
          </p:cNvCxnSpPr>
          <p:nvPr/>
        </p:nvCxnSpPr>
        <p:spPr>
          <a:xfrm rot="10800000">
            <a:off x="7186250" y="3515819"/>
            <a:ext cx="0" cy="237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4"/>
          <p:cNvCxnSpPr>
            <a:stCxn id="281" idx="0"/>
            <a:endCxn id="272" idx="2"/>
          </p:cNvCxnSpPr>
          <p:nvPr/>
        </p:nvCxnSpPr>
        <p:spPr>
          <a:xfrm rot="10800000">
            <a:off x="9277229" y="3429120"/>
            <a:ext cx="0" cy="274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" name="Google Shape;288;p4"/>
          <p:cNvCxnSpPr>
            <a:stCxn id="282" idx="0"/>
            <a:endCxn id="274" idx="2"/>
          </p:cNvCxnSpPr>
          <p:nvPr/>
        </p:nvCxnSpPr>
        <p:spPr>
          <a:xfrm rot="10800000">
            <a:off x="11156904" y="3515663"/>
            <a:ext cx="0" cy="247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9" name="Google Shape;289;p4"/>
          <p:cNvSpPr txBox="1"/>
          <p:nvPr/>
        </p:nvSpPr>
        <p:spPr>
          <a:xfrm>
            <a:off x="5352289" y="5466879"/>
            <a:ext cx="12156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guarda un registro</a:t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90" name="Google Shape;290;p4"/>
          <p:cNvSpPr txBox="1"/>
          <p:nvPr/>
        </p:nvSpPr>
        <p:spPr>
          <a:xfrm>
            <a:off x="4019478" y="5466879"/>
            <a:ext cx="13185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guarda en la base de datos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91" name="Google Shape;291;p4"/>
          <p:cNvCxnSpPr>
            <a:stCxn id="290" idx="1"/>
            <a:endCxn id="275" idx="3"/>
          </p:cNvCxnSpPr>
          <p:nvPr/>
        </p:nvCxnSpPr>
        <p:spPr>
          <a:xfrm rot="10800000">
            <a:off x="3836478" y="6067044"/>
            <a:ext cx="183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4"/>
          <p:cNvCxnSpPr>
            <a:stCxn id="289" idx="3"/>
          </p:cNvCxnSpPr>
          <p:nvPr/>
        </p:nvCxnSpPr>
        <p:spPr>
          <a:xfrm>
            <a:off x="6567907" y="6067044"/>
            <a:ext cx="271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>
        <p14:reveal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a pantalla de un celular&#10;&#10;El contenido generado por IA puede ser incorrecto." id="297" name="Google Shape;2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387" y="-9144"/>
            <a:ext cx="2064558" cy="4305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&#10;&#10;El contenido generado por IA puede ser incorrecto." id="298" name="Google Shape;29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8032" y="-9144"/>
            <a:ext cx="2053338" cy="4305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&#10;&#10;El contenido generado por IA puede ser incorrecto." id="299" name="Google Shape;29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8902" y="0"/>
            <a:ext cx="2024088" cy="4305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&#10;&#10;El contenido generado por IA puede ser incorrecto." id="300" name="Google Shape;30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3490" y="0"/>
            <a:ext cx="2058159" cy="430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"/>
          <p:cNvSpPr txBox="1"/>
          <p:nvPr/>
        </p:nvSpPr>
        <p:spPr>
          <a:xfrm>
            <a:off x="687089" y="5230366"/>
            <a:ext cx="21951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Acá esta la función modificar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02" name="Google Shape;302;p5"/>
          <p:cNvSpPr txBox="1"/>
          <p:nvPr/>
        </p:nvSpPr>
        <p:spPr>
          <a:xfrm>
            <a:off x="3968032" y="5074920"/>
            <a:ext cx="20533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muestran los datos que tenían anteriormente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6848902" y="5091866"/>
            <a:ext cx="20533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modifica dependiendo de las necesidades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04" name="Google Shape;304;p5"/>
          <p:cNvSpPr txBox="1"/>
          <p:nvPr/>
        </p:nvSpPr>
        <p:spPr>
          <a:xfrm>
            <a:off x="9670156" y="4953367"/>
            <a:ext cx="22648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presionar guardar se actualizan los datos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05" name="Google Shape;305;p5"/>
          <p:cNvCxnSpPr>
            <a:stCxn id="301" idx="0"/>
            <a:endCxn id="297" idx="2"/>
          </p:cNvCxnSpPr>
          <p:nvPr/>
        </p:nvCxnSpPr>
        <p:spPr>
          <a:xfrm rot="10800000">
            <a:off x="1784665" y="4296466"/>
            <a:ext cx="0" cy="933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" name="Google Shape;306;p5"/>
          <p:cNvCxnSpPr>
            <a:stCxn id="302" idx="0"/>
            <a:endCxn id="298" idx="2"/>
          </p:cNvCxnSpPr>
          <p:nvPr/>
        </p:nvCxnSpPr>
        <p:spPr>
          <a:xfrm rot="10800000">
            <a:off x="4994701" y="4296420"/>
            <a:ext cx="0" cy="778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7" name="Google Shape;307;p5"/>
          <p:cNvCxnSpPr>
            <a:stCxn id="303" idx="0"/>
            <a:endCxn id="299" idx="2"/>
          </p:cNvCxnSpPr>
          <p:nvPr/>
        </p:nvCxnSpPr>
        <p:spPr>
          <a:xfrm rot="10800000">
            <a:off x="7860871" y="4305566"/>
            <a:ext cx="14700" cy="786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p5"/>
          <p:cNvCxnSpPr>
            <a:stCxn id="304" idx="0"/>
            <a:endCxn id="300" idx="2"/>
          </p:cNvCxnSpPr>
          <p:nvPr/>
        </p:nvCxnSpPr>
        <p:spPr>
          <a:xfrm rot="10800000">
            <a:off x="10802570" y="4305667"/>
            <a:ext cx="0" cy="647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>
        <p14:reveal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, Chat o mensaje de texto&#10;&#10;El contenido generado por IA puede ser incorrecto." id="313" name="Google Shape;3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287" y="0"/>
            <a:ext cx="1586082" cy="3429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de la pantalla de un celular con letras&#10;&#10;El contenido generado por IA puede ser incorrecto." id="314" name="Google Shape;3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4779" y="0"/>
            <a:ext cx="1566389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El contenido generado por IA puede ser incorrecto." id="315" name="Google Shape;3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890" y="0"/>
            <a:ext cx="2314271" cy="3224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ptura de pantalla de un celular&#10;&#10;El contenido generado por IA puede ser incorrecto." id="316" name="Google Shape;31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9245" y="610999"/>
            <a:ext cx="5442755" cy="200259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"/>
          <p:cNvSpPr txBox="1"/>
          <p:nvPr/>
        </p:nvSpPr>
        <p:spPr>
          <a:xfrm>
            <a:off x="704491" y="4494169"/>
            <a:ext cx="136967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inicia la función “Eliminar”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2473593" y="4217170"/>
            <a:ext cx="15087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 eliminar correctamente saldrá ese mensaje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19" name="Google Shape;319;p6"/>
          <p:cNvSpPr txBox="1"/>
          <p:nvPr/>
        </p:nvSpPr>
        <p:spPr>
          <a:xfrm>
            <a:off x="4609485" y="4355669"/>
            <a:ext cx="17830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Se eliminara de la base de datos de los productos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0" name="Google Shape;320;p6"/>
          <p:cNvSpPr txBox="1"/>
          <p:nvPr/>
        </p:nvSpPr>
        <p:spPr>
          <a:xfrm>
            <a:off x="7891272" y="4309502"/>
            <a:ext cx="305409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Pero no del registro donde se agregara la fecha de salida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21" name="Google Shape;321;p6"/>
          <p:cNvCxnSpPr>
            <a:stCxn id="320" idx="0"/>
          </p:cNvCxnSpPr>
          <p:nvPr/>
        </p:nvCxnSpPr>
        <p:spPr>
          <a:xfrm rot="10800000">
            <a:off x="9400020" y="2613602"/>
            <a:ext cx="18300" cy="1695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2" name="Google Shape;322;p6"/>
          <p:cNvCxnSpPr>
            <a:stCxn id="319" idx="0"/>
            <a:endCxn id="315" idx="2"/>
          </p:cNvCxnSpPr>
          <p:nvPr/>
        </p:nvCxnSpPr>
        <p:spPr>
          <a:xfrm rot="10800000">
            <a:off x="5501025" y="3224669"/>
            <a:ext cx="0" cy="1131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" name="Google Shape;323;p6"/>
          <p:cNvCxnSpPr>
            <a:stCxn id="318" idx="0"/>
            <a:endCxn id="314" idx="2"/>
          </p:cNvCxnSpPr>
          <p:nvPr/>
        </p:nvCxnSpPr>
        <p:spPr>
          <a:xfrm rot="10800000">
            <a:off x="3227973" y="3429070"/>
            <a:ext cx="0" cy="788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" name="Google Shape;324;p6"/>
          <p:cNvCxnSpPr>
            <a:stCxn id="317" idx="0"/>
            <a:endCxn id="313" idx="2"/>
          </p:cNvCxnSpPr>
          <p:nvPr/>
        </p:nvCxnSpPr>
        <p:spPr>
          <a:xfrm rot="10800000">
            <a:off x="1389328" y="3428869"/>
            <a:ext cx="0" cy="1065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>
        <p14:reveal dir="l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413d40d50ebb5052_26"/>
          <p:cNvSpPr txBox="1"/>
          <p:nvPr>
            <p:ph type="title"/>
          </p:nvPr>
        </p:nvSpPr>
        <p:spPr>
          <a:xfrm>
            <a:off x="913795" y="609600"/>
            <a:ext cx="10353900" cy="1326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Conclusión</a:t>
            </a:r>
            <a:endParaRPr/>
          </a:p>
        </p:txBody>
      </p:sp>
      <p:sp>
        <p:nvSpPr>
          <p:cNvPr id="331" name="Google Shape;331;g413d40d50ebb5052_26"/>
          <p:cNvSpPr txBox="1"/>
          <p:nvPr>
            <p:ph idx="1" type="body"/>
          </p:nvPr>
        </p:nvSpPr>
        <p:spPr>
          <a:xfrm>
            <a:off x="913795" y="2096064"/>
            <a:ext cx="10353900" cy="369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MX"/>
              <a:t>Creemos que nuestros avances en el desarrollo del proyecto han sido buenos, hemos implementado una variedad de funciones que nos permitirán llevar el proyecto a una etapa final. Pese a las dificultades, como aprender el uso flutte y firebase, pudimos sobrellevarlas para desarrollar el proyecto de la mejor manera.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"/>
          <p:cNvSpPr txBox="1"/>
          <p:nvPr/>
        </p:nvSpPr>
        <p:spPr>
          <a:xfrm>
            <a:off x="3191256" y="2494758"/>
            <a:ext cx="640994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6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GRACIAS!!</a:t>
            </a:r>
            <a:endParaRPr sz="96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>
        <p14:reveal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2025-10-15T15:01:19Z</dcterms:created>
  <dc:creator>GERARD ISMAEL ASTARGO MOLINA</dc:creator>
</cp:coreProperties>
</file>